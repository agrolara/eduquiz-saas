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0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800" b="1">
                <a:solidFill>
                  <a:srgbClr val="F59E0B"/>
                </a:solidFill>
                <a:latin typeface="Arial"/>
              </a:defRPr>
            </a:pPr>
            <a:r>
              <a:t>EduQuiz: Manual de Uso</a:t>
            </a:r>
          </a:p>
          <a:p>
            <a:pPr>
              <a:spcAft>
                <a:spcPts val="4000"/>
              </a:spcAft>
              <a:defRPr sz="2200">
                <a:solidFill>
                  <a:srgbClr val="F1F5F9"/>
                </a:solidFill>
                <a:latin typeface="Arial"/>
              </a:defRPr>
            </a:pPr>
            <a:r>
              <a:t>Guía completa para Administradores de Curso (Profesores) y Alumnos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Plataforma SaaS de Trivia Interactiva y Gamificación Escolar en Tiempo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Arial"/>
              </a:defRPr>
            </a:pPr>
            <a:r>
              <a:t>EduQuiz: Gamificación en el Aula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¿Qué es EduQuiz?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Es una aplicación web diseñada para incentivar la participación activa de los estudiantes en clases.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A través de trivias basadas en turnos, los alumnos desafían a sus compañeros formulando y respondiendo preguntas.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Combina notificaciones del sistema en tiempo real, música in-app y tablas de puntuaciones para una experiencia inmersiva.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Mantiene a la clase sincronizada usando tecnologías modernas en la nube (Supabase Realtime).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Características Destacadas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Notificaciones Push de aviso de partida programada con 10 minutos de anticipación para dar tiempo de conexión.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Fases de juego automatizadas: Sala de espera, redacción de preguntas, envío de respuestas y evaluación.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Podio interactivo 3D al finalizar el juego que soporta y destaca empates de forma premium.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Vitrina de medallas dinámica que contabiliza en tiempo real los primeros, segundos y terceros lugares históricos.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Arial"/>
              </a:defRPr>
            </a:pPr>
            <a:r>
              <a:t>Administrador: Creación y Planificación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1. Crear la Sesión de Juego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Accede al Dashboard de Administrador de Curso y selecciona tu curso.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Establece un límite de rondas/turnos (dejar vacío para partidas libres) y haz clic en 'Programar Nueva Partida'.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El sistema creará una sala con estado 'esperando' y asignará un código único.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Alumnos recibirán alertas push indicando que la partida inicia en 10 minutos.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2. Sala de Espera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Visualiza en tiempo real los alumnos conectados en el lobby mediante sincronización por presencia activa.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Una barra de progreso y cuenta regresiva de 10 minutos correrá de forma automática.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Si todos los alumnos ya están conectados, haz clic en 'Iniciar Ahora (Manual)' para forzar el inicio.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Si expira el tiempo, el sistema inicia solo de forma automática usando los alumnos conectados.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Arial"/>
              </a:defRPr>
            </a:pPr>
            <a:r>
              <a:t>Administrador: Calificaciones y Rondas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3. Evaluar Respuestas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Durante el turno de un alumno, él redacta la pregunta y el resto responde.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Como administrador, visualizas las respuestas recibidas y las calificas: Mala (0 pt), Regular (5 pt), Buena (10 pt).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Si un alumno no responde en el límite de 3 minutos, el sistema le asigna automáticamente 'No respondió' y 0 puntos al finalizar.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Haz clic en 'Finalizar Ronda' para actualizar el ranking.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4. Finalizar y Registrar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Al alcanzar el límite de rondas programadas, el juego se finaliza automáticamente.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Si lo deseas, puedes hacer clic en 'Finalizar Partida Ahora' en tu panel de control en cualquier momento.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Al finalizar, se guardará el historial de participación y se actualizarán los puntos totales acumulados en el Ranking Histórico.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Arial"/>
              </a:defRPr>
            </a:pPr>
            <a:r>
              <a:t>Alumno: Conexión y Configuración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Ingreso a la Trivia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Ingresa a EduQuiz y verás un banner si hay una partida activa en tu curso.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Si no aparece, puedes ingresar escribiendo el código de la sala que te dé el profesor y hacer clic en 'Unirse'.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Activa los permisos de notificación de escritorio en el banner superior para recibir avisos.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Cuando comience tu turno de redactar, escucharás un sonido melódico interactivo.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Configurar Notificaciones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Notificaciones de Escritorio: Acepta los permisos emergentes cuando el sistema los solicite.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Dispositivos Android: Asegúrate de habilitar los avisos para la URL del sitio web en la configuración de Chrome.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Dispositivos iOS (iPhone/iPad): Debes ir a Compartir &gt; 'Añadir a pantalla de inicio' para activar las alertas push del sistema nativo.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Las notificaciones te alertarán incluso con la pestaña cerrada.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Arial"/>
              </a:defRPr>
            </a:pPr>
            <a:r>
              <a:t>Alumno: Formulación de Preguntas y Rondas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Redactar Preguntas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Cuando sea tu turno (el sistema te avisa con un sonido e interfaz), verás el formulario de redacción.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Escribe tu pregunta de forma clara y define la respuesta correcta exacta esperada.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Puedes adjuntar archivos de apoyo opcionales (imágenes, fotos de tu cuaderno, documentos o PDFs).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Haz clic en 'Enviar Pregunta al Aula' para iniciar el temporizador.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Orden de Turnos y Espera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Visualiza el orden de turnos en la barra superior en tiempo real.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Una estrella indicará quién es el alumno redactando la pregunta actual.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Si no es tu turno, verás una pantalla de espera interactiva indicando el nombre de tu compañero activo.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Inscripción automática: Si te conectas tarde a una partida iniciada, el sistema te añade automáticamente al final de los turnos.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Arial"/>
              </a:defRPr>
            </a:pPr>
            <a:r>
              <a:t>Alumno: Respuestas, Podios y Medallas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Responder al Desafío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Cuando un compañero envíe su pregunta, dispondrás de un temporizador de 3 minutos para responder.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Escribe tu respuesta e ingresa un archivo de evidencia opcional si la pregunta lo requiere.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Envía tu respuesta y espera a que el creador de la pregunta califique tu desempeño.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Recibirás puntos según la calificación (Buena, Regular o Mala).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Premios, Podio y Medallas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Podio 3D interactivo: Al finalizar la partida, se muestra un podio tridimensional para los 3 primeros lugares.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Soporte de Empates: Si dos o más estudiantes empatan, compartirán el mismo escalón dorado del 1er puesto.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Vitrina de Medallas: En tu dashboard verás contabilizados dinámicamente tus primeros, segundos y terceros puestos históricos.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0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Arial"/>
              </a:defRPr>
            </a:pPr>
            <a:r>
              <a:t>Recomendaciones para el Éxito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4206240"/>
          </a:xfrm>
          <a:prstGeom prst="roundRect">
            <a:avLst/>
          </a:prstGeom>
          <a:solidFill>
            <a:srgbClr val="1B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Arial"/>
              </a:defRPr>
            </a:pPr>
            <a:r>
              <a:t>Para Profesores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Incentiva a tus alumnos a añadir imágenes de apoyo en sus preguntas para enriquecer visualmente el juego.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Establece límites de turnos realistas acordes al tiempo de clase (por ejemplo, 5 rondas para bloques de 45 mins).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Utiliza la cuenta regresiva del lobby para fomentar la puntualidad de conexión al inicio de la sesión.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Revisa periódicamente el ranking general para evaluar el progreso.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212080" cy="4206240"/>
          </a:xfrm>
          <a:prstGeom prst="roundRect">
            <a:avLst/>
          </a:prstGeom>
          <a:solidFill>
            <a:srgbClr val="1B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Arial"/>
              </a:defRPr>
            </a:pPr>
            <a:r>
              <a:t>Para Estudiantes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Mantén activados los permisos de notificaciones para unirte apenas el profesor programe una partida.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Al redactar tu pregunta, propón retos justos que sigan los contenidos vistos en clase.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Utiliza la opción de adjuntar imágenes para ilustrar diagramas o problemas matemáticos complejos.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¡Trabaja en equipo y diviértete liderando la vitrina de medallas!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